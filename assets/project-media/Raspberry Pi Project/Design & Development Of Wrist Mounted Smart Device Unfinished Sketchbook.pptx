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8406" y="4512376"/>
            <a:ext cx="8639776" cy="900190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406" y="1720884"/>
            <a:ext cx="8639775" cy="2734693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27299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21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474" y="2413788"/>
            <a:ext cx="8085116" cy="273752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2474" y="1351721"/>
            <a:ext cx="8085118" cy="99391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614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817" y="1272209"/>
            <a:ext cx="9164725" cy="103367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15817" y="2425148"/>
            <a:ext cx="4188635" cy="31606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1355" y="2425148"/>
            <a:ext cx="4188635" cy="316064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43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442" y="600817"/>
            <a:ext cx="10079497" cy="116870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7442" y="1798488"/>
            <a:ext cx="4599587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7442" y="2777279"/>
            <a:ext cx="4599587" cy="32769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352" y="1798488"/>
            <a:ext cx="4599588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7352" y="2777279"/>
            <a:ext cx="4599588" cy="32769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571185" y="2593591"/>
            <a:ext cx="4525755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107503" y="2593591"/>
            <a:ext cx="4509526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244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187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14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1" y="1391478"/>
            <a:ext cx="3288432" cy="195141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3235" y="920080"/>
            <a:ext cx="5312467" cy="502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1" y="3566727"/>
            <a:ext cx="3288432" cy="1766325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AAC029-BE5C-900C-E7D2-DE6E31789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612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0" y="1391478"/>
            <a:ext cx="3322510" cy="2037522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 useBgFill="1"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07143" y="931857"/>
            <a:ext cx="5351659" cy="499630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0" y="3742792"/>
            <a:ext cx="3322510" cy="1590261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D8EE65-D4F9-418A-1628-F5DFD3DBA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2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338" y="1255172"/>
            <a:ext cx="9297346" cy="1050707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24338" y="2419468"/>
            <a:ext cx="9297346" cy="32543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658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6961" y="1414196"/>
            <a:ext cx="1817441" cy="410060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46042" y="1414196"/>
            <a:ext cx="7780919" cy="410060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18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42" y="1233199"/>
            <a:ext cx="8977511" cy="10738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0444" y="2419639"/>
            <a:ext cx="8977509" cy="3141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E7736193-EDE3-4BB5-AE5F-E6E5472AB8BE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9657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300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0E45B9B-5690-F156-E2ED-D88478B76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081EE3-B6BE-9584-F5AF-E5F6484DA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Neon 3D circle art">
            <a:extLst>
              <a:ext uri="{FF2B5EF4-FFF2-40B4-BE49-F238E27FC236}">
                <a16:creationId xmlns:a16="http://schemas.microsoft.com/office/drawing/2014/main" id="{90CC4736-15C7-AC2C-51D4-58D6891706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21329"/>
          <a:stretch/>
        </p:blipFill>
        <p:spPr>
          <a:xfrm>
            <a:off x="1" y="10"/>
            <a:ext cx="12191998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3D1B76-79E6-8395-914F-92E69E9E4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2964" y="1864634"/>
            <a:ext cx="5324728" cy="1564366"/>
          </a:xfrm>
          <a:noFill/>
        </p:spPr>
        <p:txBody>
          <a:bodyPr anchor="b">
            <a:normAutofit fontScale="90000"/>
          </a:bodyPr>
          <a:lstStyle/>
          <a:p>
            <a:pPr algn="ctr"/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Design &amp; Development of Wrist Mounted Smart Device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1A03FE5-7938-1573-2D18-E168CC7C0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3198" y="931856"/>
            <a:ext cx="10324260" cy="4994960"/>
          </a:xfrm>
          <a:custGeom>
            <a:avLst/>
            <a:gdLst>
              <a:gd name="connsiteX0" fmla="*/ 0 w 9985794"/>
              <a:gd name="connsiteY0" fmla="*/ 0 h 4920343"/>
              <a:gd name="connsiteX1" fmla="*/ 9985794 w 9985794"/>
              <a:gd name="connsiteY1" fmla="*/ 0 h 4920343"/>
              <a:gd name="connsiteX2" fmla="*/ 9985794 w 9985794"/>
              <a:gd name="connsiteY2" fmla="*/ 4920343 h 4920343"/>
              <a:gd name="connsiteX3" fmla="*/ 0 w 9985794"/>
              <a:gd name="connsiteY3" fmla="*/ 4920343 h 4920343"/>
              <a:gd name="connsiteX4" fmla="*/ 0 w 9985794"/>
              <a:gd name="connsiteY4" fmla="*/ 4119525 h 4920343"/>
              <a:gd name="connsiteX5" fmla="*/ 4905554 w 9985794"/>
              <a:gd name="connsiteY5" fmla="*/ 4119525 h 4920343"/>
              <a:gd name="connsiteX6" fmla="*/ 4905554 w 9985794"/>
              <a:gd name="connsiteY6" fmla="*/ 1451087 h 4920343"/>
              <a:gd name="connsiteX7" fmla="*/ 0 w 9985794"/>
              <a:gd name="connsiteY7" fmla="*/ 1451087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8" fmla="*/ 4996994 w 9985794"/>
              <a:gd name="connsiteY8" fmla="*/ 4210965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0" fmla="*/ 4905554 w 9985794"/>
              <a:gd name="connsiteY0" fmla="*/ 1451087 h 4920343"/>
              <a:gd name="connsiteX1" fmla="*/ 0 w 9985794"/>
              <a:gd name="connsiteY1" fmla="*/ 1451087 h 4920343"/>
              <a:gd name="connsiteX2" fmla="*/ 0 w 9985794"/>
              <a:gd name="connsiteY2" fmla="*/ 0 h 4920343"/>
              <a:gd name="connsiteX3" fmla="*/ 9985794 w 9985794"/>
              <a:gd name="connsiteY3" fmla="*/ 0 h 4920343"/>
              <a:gd name="connsiteX4" fmla="*/ 9985794 w 9985794"/>
              <a:gd name="connsiteY4" fmla="*/ 4920343 h 4920343"/>
              <a:gd name="connsiteX5" fmla="*/ 0 w 9985794"/>
              <a:gd name="connsiteY5" fmla="*/ 4920343 h 4920343"/>
              <a:gd name="connsiteX6" fmla="*/ 0 w 9985794"/>
              <a:gd name="connsiteY6" fmla="*/ 4119525 h 4920343"/>
              <a:gd name="connsiteX0" fmla="*/ 0 w 9985794"/>
              <a:gd name="connsiteY0" fmla="*/ 1451087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85794" h="4920343">
                <a:moveTo>
                  <a:pt x="0" y="1451087"/>
                </a:moveTo>
                <a:lnTo>
                  <a:pt x="0" y="0"/>
                </a:lnTo>
                <a:lnTo>
                  <a:pt x="9985794" y="0"/>
                </a:lnTo>
                <a:lnTo>
                  <a:pt x="9985794" y="4920343"/>
                </a:lnTo>
                <a:lnTo>
                  <a:pt x="0" y="4920343"/>
                </a:lnTo>
                <a:lnTo>
                  <a:pt x="0" y="4119525"/>
                </a:ln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08ADBD-5A12-B5FE-61A0-B2F9EA75A2BD}"/>
              </a:ext>
            </a:extLst>
          </p:cNvPr>
          <p:cNvSpPr txBox="1">
            <a:spLocks/>
          </p:cNvSpPr>
          <p:nvPr/>
        </p:nvSpPr>
        <p:spPr>
          <a:xfrm>
            <a:off x="673814" y="5470722"/>
            <a:ext cx="4271592" cy="89197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Final Year Project – CHP2524-2324</a:t>
            </a:r>
          </a:p>
          <a:p>
            <a:pPr algn="ctr"/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Oliver Lewis: U1961638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91F7435-4E59-EE4C-B4F9-956783112240}"/>
              </a:ext>
            </a:extLst>
          </p:cNvPr>
          <p:cNvSpPr txBox="1">
            <a:spLocks/>
          </p:cNvSpPr>
          <p:nvPr/>
        </p:nvSpPr>
        <p:spPr>
          <a:xfrm>
            <a:off x="8387678" y="5375472"/>
            <a:ext cx="4271592" cy="89197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30/01/2024</a:t>
            </a:r>
          </a:p>
        </p:txBody>
      </p:sp>
    </p:spTree>
    <p:extLst>
      <p:ext uri="{BB962C8B-B14F-4D97-AF65-F5344CB8AC3E}">
        <p14:creationId xmlns:p14="http://schemas.microsoft.com/office/powerpoint/2010/main" val="3830209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12CB9FF-7D0E-C6EE-FD1E-5414C1C2F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bstract purple background">
            <a:extLst>
              <a:ext uri="{FF2B5EF4-FFF2-40B4-BE49-F238E27FC236}">
                <a16:creationId xmlns:a16="http://schemas.microsoft.com/office/drawing/2014/main" id="{0EC126C2-34F7-416C-00F6-8E4425051A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3" b="1158"/>
          <a:stretch/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D116A30-2A9E-3B9D-13D5-D633F2105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030" y="4727954"/>
            <a:ext cx="12192001" cy="2128934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38000"/>
                </a:srgbClr>
              </a:gs>
              <a:gs pos="100000">
                <a:srgbClr val="000000">
                  <a:alpha val="0"/>
                </a:srgbClr>
              </a:gs>
              <a:gs pos="56000">
                <a:srgbClr val="000000">
                  <a:alpha val="20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139E6A-94CB-3729-1976-2DCA57C2B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030" y="1112"/>
            <a:ext cx="12195029" cy="3790442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56000"/>
                </a:srgbClr>
              </a:gs>
              <a:gs pos="100000">
                <a:srgbClr val="000000">
                  <a:alpha val="0"/>
                </a:srgbClr>
              </a:gs>
              <a:gs pos="60000">
                <a:srgbClr val="000000">
                  <a:alpha val="28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D0D1967-FEA9-9DB9-3EDB-3FFCD084DFCE}"/>
              </a:ext>
            </a:extLst>
          </p:cNvPr>
          <p:cNvSpPr txBox="1">
            <a:spLocks/>
          </p:cNvSpPr>
          <p:nvPr/>
        </p:nvSpPr>
        <p:spPr>
          <a:xfrm>
            <a:off x="781175" y="703736"/>
            <a:ext cx="4285881" cy="1225104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b="1" kern="1200" cap="all" spc="5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spc="530">
                <a:solidFill>
                  <a:srgbClr val="FFFFFF"/>
                </a:solidFill>
              </a:rPr>
              <a:t>Project Timeline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F70A2C4-3347-EF31-F002-FB70BCCF44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08344" y="938623"/>
            <a:ext cx="10369255" cy="4987842"/>
          </a:xfrm>
          <a:custGeom>
            <a:avLst/>
            <a:gdLst>
              <a:gd name="connsiteX0" fmla="*/ 0 w 4116027"/>
              <a:gd name="connsiteY0" fmla="*/ 0 h 5058263"/>
              <a:gd name="connsiteX1" fmla="*/ 3203647 w 4116027"/>
              <a:gd name="connsiteY1" fmla="*/ 0 h 5058263"/>
              <a:gd name="connsiteX2" fmla="*/ 3203647 w 4116027"/>
              <a:gd name="connsiteY2" fmla="*/ 1439014 h 5058263"/>
              <a:gd name="connsiteX3" fmla="*/ 4116027 w 4116027"/>
              <a:gd name="connsiteY3" fmla="*/ 1439014 h 5058263"/>
              <a:gd name="connsiteX4" fmla="*/ 4116027 w 4116027"/>
              <a:gd name="connsiteY4" fmla="*/ 5058263 h 5058263"/>
              <a:gd name="connsiteX5" fmla="*/ 0 w 4116027"/>
              <a:gd name="connsiteY5" fmla="*/ 5058263 h 5058263"/>
              <a:gd name="connsiteX0" fmla="*/ 3203647 w 4116027"/>
              <a:gd name="connsiteY0" fmla="*/ 1439014 h 5058263"/>
              <a:gd name="connsiteX1" fmla="*/ 4116027 w 4116027"/>
              <a:gd name="connsiteY1" fmla="*/ 1439014 h 5058263"/>
              <a:gd name="connsiteX2" fmla="*/ 4116027 w 4116027"/>
              <a:gd name="connsiteY2" fmla="*/ 5058263 h 5058263"/>
              <a:gd name="connsiteX3" fmla="*/ 0 w 4116027"/>
              <a:gd name="connsiteY3" fmla="*/ 5058263 h 5058263"/>
              <a:gd name="connsiteX4" fmla="*/ 0 w 4116027"/>
              <a:gd name="connsiteY4" fmla="*/ 0 h 5058263"/>
              <a:gd name="connsiteX5" fmla="*/ 3203647 w 4116027"/>
              <a:gd name="connsiteY5" fmla="*/ 0 h 5058263"/>
              <a:gd name="connsiteX6" fmla="*/ 3295087 w 4116027"/>
              <a:gd name="connsiteY6" fmla="*/ 1530454 h 5058263"/>
              <a:gd name="connsiteX0" fmla="*/ 3203647 w 4116027"/>
              <a:gd name="connsiteY0" fmla="*/ 1439014 h 5058263"/>
              <a:gd name="connsiteX1" fmla="*/ 4116027 w 4116027"/>
              <a:gd name="connsiteY1" fmla="*/ 1439014 h 5058263"/>
              <a:gd name="connsiteX2" fmla="*/ 4116027 w 4116027"/>
              <a:gd name="connsiteY2" fmla="*/ 5058263 h 5058263"/>
              <a:gd name="connsiteX3" fmla="*/ 0 w 4116027"/>
              <a:gd name="connsiteY3" fmla="*/ 5058263 h 5058263"/>
              <a:gd name="connsiteX4" fmla="*/ 0 w 4116027"/>
              <a:gd name="connsiteY4" fmla="*/ 0 h 5058263"/>
              <a:gd name="connsiteX5" fmla="*/ 3203647 w 4116027"/>
              <a:gd name="connsiteY5" fmla="*/ 0 h 5058263"/>
              <a:gd name="connsiteX0" fmla="*/ 4116027 w 4116027"/>
              <a:gd name="connsiteY0" fmla="*/ 1439014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3203647 w 4116027"/>
              <a:gd name="connsiteY4" fmla="*/ 0 h 5058263"/>
              <a:gd name="connsiteX0" fmla="*/ 4110211 w 4116027"/>
              <a:gd name="connsiteY0" fmla="*/ 1549397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3203647 w 4116027"/>
              <a:gd name="connsiteY4" fmla="*/ 0 h 5058263"/>
              <a:gd name="connsiteX0" fmla="*/ 4110211 w 4116027"/>
              <a:gd name="connsiteY0" fmla="*/ 1549397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2858576 w 4116027"/>
              <a:gd name="connsiteY4" fmla="*/ 0 h 5058263"/>
              <a:gd name="connsiteX0" fmla="*/ 4110211 w 4116027"/>
              <a:gd name="connsiteY0" fmla="*/ 1751767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2858576 w 4116027"/>
              <a:gd name="connsiteY4" fmla="*/ 0 h 5058263"/>
              <a:gd name="connsiteX0" fmla="*/ 4110211 w 4116027"/>
              <a:gd name="connsiteY0" fmla="*/ 1751767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2556812 w 4116027"/>
              <a:gd name="connsiteY4" fmla="*/ 6142 h 5058263"/>
              <a:gd name="connsiteX0" fmla="*/ 4110211 w 4116027"/>
              <a:gd name="connsiteY0" fmla="*/ 1751767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2470533 w 4116027"/>
              <a:gd name="connsiteY4" fmla="*/ 1434 h 5058263"/>
              <a:gd name="connsiteX0" fmla="*/ 4109005 w 4116027"/>
              <a:gd name="connsiteY0" fmla="*/ 1610052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2470533 w 4116027"/>
              <a:gd name="connsiteY4" fmla="*/ 1434 h 5058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16027" h="5058263">
                <a:moveTo>
                  <a:pt x="4109005" y="1610052"/>
                </a:moveTo>
                <a:cubicBezTo>
                  <a:pt x="4110944" y="2779674"/>
                  <a:pt x="4114088" y="3888641"/>
                  <a:pt x="4116027" y="5058263"/>
                </a:cubicBezTo>
                <a:lnTo>
                  <a:pt x="0" y="5058263"/>
                </a:lnTo>
                <a:lnTo>
                  <a:pt x="0" y="0"/>
                </a:lnTo>
                <a:lnTo>
                  <a:pt x="2470533" y="1434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486523D-88FF-F693-10C7-B8164A91F36B}"/>
              </a:ext>
            </a:extLst>
          </p:cNvPr>
          <p:cNvSpPr/>
          <p:nvPr/>
        </p:nvSpPr>
        <p:spPr>
          <a:xfrm>
            <a:off x="162616" y="1976465"/>
            <a:ext cx="1491454" cy="141008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30</a:t>
            </a:r>
            <a:r>
              <a:rPr lang="en-GB" sz="1400" baseline="30000" dirty="0">
                <a:solidFill>
                  <a:schemeClr val="tx1"/>
                </a:solidFill>
              </a:rPr>
              <a:t>th</a:t>
            </a:r>
            <a:r>
              <a:rPr lang="en-GB" sz="1400" dirty="0">
                <a:solidFill>
                  <a:schemeClr val="tx1"/>
                </a:solidFill>
              </a:rPr>
              <a:t> April</a:t>
            </a:r>
          </a:p>
          <a:p>
            <a:pPr algn="ctr"/>
            <a:r>
              <a:rPr lang="en-GB" sz="1600" dirty="0">
                <a:solidFill>
                  <a:schemeClr val="tx1"/>
                </a:solidFill>
              </a:rPr>
              <a:t>Present Product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32581BC-F36D-0B02-D74E-7C1FB924E5D6}"/>
              </a:ext>
            </a:extLst>
          </p:cNvPr>
          <p:cNvSpPr/>
          <p:nvPr/>
        </p:nvSpPr>
        <p:spPr>
          <a:xfrm>
            <a:off x="69151" y="3638550"/>
            <a:ext cx="1690499" cy="12906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Monday 29</a:t>
            </a:r>
            <a:r>
              <a:rPr lang="en-GB" sz="1600" baseline="30000" dirty="0">
                <a:solidFill>
                  <a:schemeClr val="tx1"/>
                </a:solidFill>
              </a:rPr>
              <a:t>th</a:t>
            </a:r>
            <a:r>
              <a:rPr lang="en-GB" sz="1600" dirty="0">
                <a:solidFill>
                  <a:schemeClr val="tx1"/>
                </a:solidFill>
              </a:rPr>
              <a:t> April</a:t>
            </a:r>
          </a:p>
          <a:p>
            <a:pPr algn="ctr"/>
            <a:r>
              <a:rPr lang="en-GB" sz="1600" dirty="0">
                <a:solidFill>
                  <a:schemeClr val="tx1"/>
                </a:solidFill>
              </a:rPr>
              <a:t>Final Report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6226F68-E1DA-DE14-8F5C-66E79392D138}"/>
              </a:ext>
            </a:extLst>
          </p:cNvPr>
          <p:cNvSpPr/>
          <p:nvPr/>
        </p:nvSpPr>
        <p:spPr>
          <a:xfrm>
            <a:off x="4967534" y="392591"/>
            <a:ext cx="1690499" cy="12906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  <a:r>
              <a:rPr lang="en-GB" sz="1600" baseline="30000" dirty="0">
                <a:solidFill>
                  <a:schemeClr val="tx1"/>
                </a:solidFill>
              </a:rPr>
              <a:t>st</a:t>
            </a:r>
            <a:r>
              <a:rPr lang="en-GB" sz="1600" dirty="0">
                <a:solidFill>
                  <a:schemeClr val="tx1"/>
                </a:solidFill>
              </a:rPr>
              <a:t> February</a:t>
            </a:r>
          </a:p>
          <a:p>
            <a:pPr algn="ctr"/>
            <a:r>
              <a:rPr lang="en-GB" sz="1600" dirty="0">
                <a:solidFill>
                  <a:schemeClr val="tx1"/>
                </a:solidFill>
              </a:rPr>
              <a:t>Initial Proposal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C7CD4B-7D7C-B83B-EBC3-782EDBF6C74A}"/>
              </a:ext>
            </a:extLst>
          </p:cNvPr>
          <p:cNvSpPr/>
          <p:nvPr/>
        </p:nvSpPr>
        <p:spPr>
          <a:xfrm>
            <a:off x="10426293" y="387361"/>
            <a:ext cx="1690499" cy="12906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22</a:t>
            </a:r>
            <a:r>
              <a:rPr lang="en-GB" sz="1600" baseline="30000" dirty="0">
                <a:solidFill>
                  <a:schemeClr val="tx1"/>
                </a:solidFill>
              </a:rPr>
              <a:t>nd</a:t>
            </a:r>
            <a:r>
              <a:rPr lang="en-GB" sz="1600" dirty="0">
                <a:solidFill>
                  <a:schemeClr val="tx1"/>
                </a:solidFill>
              </a:rPr>
              <a:t> February</a:t>
            </a:r>
          </a:p>
          <a:p>
            <a:pPr algn="ctr"/>
            <a:r>
              <a:rPr lang="en-GB" sz="1600" dirty="0">
                <a:solidFill>
                  <a:schemeClr val="tx1"/>
                </a:solidFill>
              </a:rPr>
              <a:t>Literature Review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B3D2D98-143B-3C8A-F359-87D94C0F5DDA}"/>
              </a:ext>
            </a:extLst>
          </p:cNvPr>
          <p:cNvSpPr/>
          <p:nvPr/>
        </p:nvSpPr>
        <p:spPr>
          <a:xfrm>
            <a:off x="10441077" y="2783694"/>
            <a:ext cx="1690499" cy="12906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30</a:t>
            </a:r>
            <a:r>
              <a:rPr lang="en-GB" sz="1600" baseline="30000" dirty="0">
                <a:solidFill>
                  <a:schemeClr val="tx1"/>
                </a:solidFill>
              </a:rPr>
              <a:t>th</a:t>
            </a:r>
            <a:r>
              <a:rPr lang="en-GB" sz="1600" dirty="0">
                <a:solidFill>
                  <a:schemeClr val="tx1"/>
                </a:solidFill>
              </a:rPr>
              <a:t> February</a:t>
            </a:r>
          </a:p>
          <a:p>
            <a:pPr algn="ctr"/>
            <a:r>
              <a:rPr lang="en-GB" sz="1600" dirty="0">
                <a:solidFill>
                  <a:schemeClr val="tx1"/>
                </a:solidFill>
              </a:rPr>
              <a:t>Literary Evaluation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EC61FCA-4702-D6C8-556E-F877A8DAC54C}"/>
              </a:ext>
            </a:extLst>
          </p:cNvPr>
          <p:cNvSpPr/>
          <p:nvPr/>
        </p:nvSpPr>
        <p:spPr>
          <a:xfrm>
            <a:off x="116998" y="5278400"/>
            <a:ext cx="1690499" cy="12906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Monday 20</a:t>
            </a:r>
            <a:r>
              <a:rPr lang="en-GB" sz="1600" baseline="30000" dirty="0">
                <a:solidFill>
                  <a:schemeClr val="tx1"/>
                </a:solidFill>
              </a:rPr>
              <a:t>th</a:t>
            </a:r>
            <a:r>
              <a:rPr lang="en-GB" sz="1600" dirty="0">
                <a:solidFill>
                  <a:schemeClr val="tx1"/>
                </a:solidFill>
              </a:rPr>
              <a:t> April</a:t>
            </a:r>
          </a:p>
          <a:p>
            <a:pPr algn="ctr"/>
            <a:r>
              <a:rPr lang="en-GB" sz="1600" dirty="0">
                <a:solidFill>
                  <a:schemeClr val="tx1"/>
                </a:solidFill>
              </a:rPr>
              <a:t>Evaluation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CF5B1BC-4AE4-F84E-C0B4-752DF33484B9}"/>
              </a:ext>
            </a:extLst>
          </p:cNvPr>
          <p:cNvSpPr/>
          <p:nvPr/>
        </p:nvSpPr>
        <p:spPr>
          <a:xfrm>
            <a:off x="7696913" y="387361"/>
            <a:ext cx="1690499" cy="12906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15</a:t>
            </a:r>
            <a:r>
              <a:rPr lang="en-GB" sz="1600" baseline="30000" dirty="0">
                <a:solidFill>
                  <a:schemeClr val="tx1"/>
                </a:solidFill>
              </a:rPr>
              <a:t>th</a:t>
            </a:r>
            <a:r>
              <a:rPr lang="en-GB" sz="1600" dirty="0">
                <a:solidFill>
                  <a:schemeClr val="tx1"/>
                </a:solidFill>
              </a:rPr>
              <a:t> February</a:t>
            </a:r>
          </a:p>
          <a:p>
            <a:pPr algn="ctr"/>
            <a:r>
              <a:rPr lang="en-GB" sz="1600" dirty="0">
                <a:solidFill>
                  <a:schemeClr val="tx1"/>
                </a:solidFill>
              </a:rPr>
              <a:t>Finalise</a:t>
            </a:r>
          </a:p>
          <a:p>
            <a:pPr algn="ctr"/>
            <a:r>
              <a:rPr lang="en-GB" sz="1600" dirty="0">
                <a:solidFill>
                  <a:schemeClr val="tx1"/>
                </a:solidFill>
              </a:rPr>
              <a:t>Proposal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EFCEA67-340A-4FC9-CFA0-8CC8166C9159}"/>
              </a:ext>
            </a:extLst>
          </p:cNvPr>
          <p:cNvSpPr/>
          <p:nvPr/>
        </p:nvSpPr>
        <p:spPr>
          <a:xfrm>
            <a:off x="10435379" y="5280837"/>
            <a:ext cx="1690499" cy="12906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  <a:r>
              <a:rPr lang="en-GB" sz="1600" baseline="30000" dirty="0">
                <a:solidFill>
                  <a:schemeClr val="tx1"/>
                </a:solidFill>
              </a:rPr>
              <a:t>th</a:t>
            </a:r>
            <a:r>
              <a:rPr lang="en-GB" sz="1600" dirty="0">
                <a:solidFill>
                  <a:schemeClr val="tx1"/>
                </a:solidFill>
              </a:rPr>
              <a:t> March</a:t>
            </a:r>
          </a:p>
          <a:p>
            <a:pPr algn="ctr"/>
            <a:r>
              <a:rPr lang="en-GB" sz="1600" dirty="0">
                <a:solidFill>
                  <a:schemeClr val="tx1"/>
                </a:solidFill>
              </a:rPr>
              <a:t>GUI Design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430F3B5-688C-136D-64D5-B03D467C459F}"/>
              </a:ext>
            </a:extLst>
          </p:cNvPr>
          <p:cNvSpPr/>
          <p:nvPr/>
        </p:nvSpPr>
        <p:spPr>
          <a:xfrm>
            <a:off x="3585689" y="5280837"/>
            <a:ext cx="1690499" cy="12906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20</a:t>
            </a:r>
            <a:r>
              <a:rPr lang="en-GB" sz="1600" baseline="30000" dirty="0">
                <a:solidFill>
                  <a:schemeClr val="tx1"/>
                </a:solidFill>
              </a:rPr>
              <a:t>th</a:t>
            </a:r>
            <a:r>
              <a:rPr lang="en-GB" sz="1600" dirty="0">
                <a:solidFill>
                  <a:schemeClr val="tx1"/>
                </a:solidFill>
              </a:rPr>
              <a:t> March</a:t>
            </a:r>
          </a:p>
          <a:p>
            <a:pPr algn="ctr"/>
            <a:r>
              <a:rPr lang="en-GB" sz="1600" dirty="0">
                <a:solidFill>
                  <a:schemeClr val="tx1"/>
                </a:solidFill>
              </a:rPr>
              <a:t>Poster Session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08288ED-413D-0168-9800-C13ED1FAB75D}"/>
              </a:ext>
            </a:extLst>
          </p:cNvPr>
          <p:cNvSpPr/>
          <p:nvPr/>
        </p:nvSpPr>
        <p:spPr>
          <a:xfrm>
            <a:off x="7354977" y="5274071"/>
            <a:ext cx="1690499" cy="12906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10</a:t>
            </a:r>
            <a:r>
              <a:rPr lang="en-GB" sz="1600" baseline="30000" dirty="0">
                <a:solidFill>
                  <a:schemeClr val="tx1"/>
                </a:solidFill>
              </a:rPr>
              <a:t>th</a:t>
            </a:r>
            <a:r>
              <a:rPr lang="en-GB" sz="1600" dirty="0">
                <a:solidFill>
                  <a:schemeClr val="tx1"/>
                </a:solidFill>
              </a:rPr>
              <a:t> March</a:t>
            </a:r>
          </a:p>
          <a:p>
            <a:pPr algn="ctr"/>
            <a:r>
              <a:rPr lang="en-GB" sz="1600" dirty="0">
                <a:solidFill>
                  <a:schemeClr val="tx1"/>
                </a:solidFill>
              </a:rPr>
              <a:t>Poster Sketch</a:t>
            </a:r>
          </a:p>
        </p:txBody>
      </p:sp>
      <p:pic>
        <p:nvPicPr>
          <p:cNvPr id="28" name="Graphic 27" descr="Arrow: Straight with solid fill">
            <a:extLst>
              <a:ext uri="{FF2B5EF4-FFF2-40B4-BE49-F238E27FC236}">
                <a16:creationId xmlns:a16="http://schemas.microsoft.com/office/drawing/2014/main" id="{BF0D74B5-865E-6F4B-5701-55B2ECD5D7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6718929" y="481418"/>
            <a:ext cx="914400" cy="914400"/>
          </a:xfrm>
          <a:prstGeom prst="rect">
            <a:avLst/>
          </a:prstGeom>
        </p:spPr>
      </p:pic>
      <p:pic>
        <p:nvPicPr>
          <p:cNvPr id="29" name="Graphic 28" descr="Arrow: Straight with solid fill">
            <a:extLst>
              <a:ext uri="{FF2B5EF4-FFF2-40B4-BE49-F238E27FC236}">
                <a16:creationId xmlns:a16="http://schemas.microsoft.com/office/drawing/2014/main" id="{44027C42-591F-0541-DCB8-8CE529BF9C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9448309" y="481418"/>
            <a:ext cx="914400" cy="914400"/>
          </a:xfrm>
          <a:prstGeom prst="rect">
            <a:avLst/>
          </a:prstGeom>
        </p:spPr>
      </p:pic>
      <p:pic>
        <p:nvPicPr>
          <p:cNvPr id="30" name="Graphic 29" descr="Arrow: Straight with solid fill">
            <a:extLst>
              <a:ext uri="{FF2B5EF4-FFF2-40B4-BE49-F238E27FC236}">
                <a16:creationId xmlns:a16="http://schemas.microsoft.com/office/drawing/2014/main" id="{5329A5CF-CCAA-2D9D-ECB9-0ABD338CE7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0823428" y="1767109"/>
            <a:ext cx="914400" cy="914400"/>
          </a:xfrm>
          <a:prstGeom prst="rect">
            <a:avLst/>
          </a:prstGeom>
        </p:spPr>
      </p:pic>
      <p:pic>
        <p:nvPicPr>
          <p:cNvPr id="31" name="Graphic 30" descr="Arrow: Straight with solid fill">
            <a:extLst>
              <a:ext uri="{FF2B5EF4-FFF2-40B4-BE49-F238E27FC236}">
                <a16:creationId xmlns:a16="http://schemas.microsoft.com/office/drawing/2014/main" id="{4103780C-8C48-5A17-D8A5-CE56B392D5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0823428" y="4187114"/>
            <a:ext cx="914400" cy="914400"/>
          </a:xfrm>
          <a:prstGeom prst="rect">
            <a:avLst/>
          </a:prstGeom>
        </p:spPr>
      </p:pic>
      <p:pic>
        <p:nvPicPr>
          <p:cNvPr id="32" name="Graphic 31" descr="Arrow: Straight with solid fill">
            <a:extLst>
              <a:ext uri="{FF2B5EF4-FFF2-40B4-BE49-F238E27FC236}">
                <a16:creationId xmlns:a16="http://schemas.microsoft.com/office/drawing/2014/main" id="{1F93687C-A0F8-51BD-450C-FCA60EDD19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2752" y="5471701"/>
            <a:ext cx="914400" cy="914400"/>
          </a:xfrm>
          <a:prstGeom prst="rect">
            <a:avLst/>
          </a:prstGeom>
        </p:spPr>
      </p:pic>
      <p:pic>
        <p:nvPicPr>
          <p:cNvPr id="33" name="Graphic 32" descr="Arrow: Straight with solid fill">
            <a:extLst>
              <a:ext uri="{FF2B5EF4-FFF2-40B4-BE49-F238E27FC236}">
                <a16:creationId xmlns:a16="http://schemas.microsoft.com/office/drawing/2014/main" id="{7E98CFAB-A2DC-5ADA-22FF-C14AEE66CA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0585" y="5466240"/>
            <a:ext cx="914400" cy="914400"/>
          </a:xfrm>
          <a:prstGeom prst="rect">
            <a:avLst/>
          </a:prstGeom>
        </p:spPr>
      </p:pic>
      <p:pic>
        <p:nvPicPr>
          <p:cNvPr id="34" name="Graphic 33" descr="Arrow: Straight with solid fill">
            <a:extLst>
              <a:ext uri="{FF2B5EF4-FFF2-40B4-BE49-F238E27FC236}">
                <a16:creationId xmlns:a16="http://schemas.microsoft.com/office/drawing/2014/main" id="{90304C46-8CB0-6738-1B41-C67C37943C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98425" y="547170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040157"/>
      </p:ext>
    </p:extLst>
  </p:cSld>
  <p:clrMapOvr>
    <a:masterClrMapping/>
  </p:clrMapOvr>
</p:sld>
</file>

<file path=ppt/theme/theme1.xml><?xml version="1.0" encoding="utf-8"?>
<a:theme xmlns:a="http://schemas.openxmlformats.org/drawingml/2006/main" name="LimelightVTI">
  <a:themeElements>
    <a:clrScheme name="AnalogousFromDarkSeedLeftStep">
      <a:dk1>
        <a:srgbClr val="000000"/>
      </a:dk1>
      <a:lt1>
        <a:srgbClr val="FFFFFF"/>
      </a:lt1>
      <a:dk2>
        <a:srgbClr val="1A1634"/>
      </a:dk2>
      <a:lt2>
        <a:srgbClr val="F0F3F3"/>
      </a:lt2>
      <a:accent1>
        <a:srgbClr val="E72950"/>
      </a:accent1>
      <a:accent2>
        <a:srgbClr val="D5178E"/>
      </a:accent2>
      <a:accent3>
        <a:srgbClr val="DF29E7"/>
      </a:accent3>
      <a:accent4>
        <a:srgbClr val="7E17D5"/>
      </a:accent4>
      <a:accent5>
        <a:srgbClr val="4129E7"/>
      </a:accent5>
      <a:accent6>
        <a:srgbClr val="174ED5"/>
      </a:accent6>
      <a:hlink>
        <a:srgbClr val="7351C5"/>
      </a:hlink>
      <a:folHlink>
        <a:srgbClr val="7F7F7F"/>
      </a:folHlink>
    </a:clrScheme>
    <a:fontScheme name="Trade Gothic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melightVTI" id="{7936DCFD-B587-41FD-9126-64F2709ED40B}" vid="{74F41540-78F1-4C56-9EAA-6FA6E9F1D77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61</Words>
  <Application>Microsoft Office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Trade Gothic Next Cond</vt:lpstr>
      <vt:lpstr>Trade Gothic Next Light</vt:lpstr>
      <vt:lpstr>LimelightVTI</vt:lpstr>
      <vt:lpstr>Design &amp; Development of Wrist Mounted Smart Device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&amp; Development of Wrist Mounted Smart Device</dc:title>
  <dc:creator>Oliver Lewis</dc:creator>
  <cp:lastModifiedBy>Oliver Lewis</cp:lastModifiedBy>
  <cp:revision>1</cp:revision>
  <dcterms:created xsi:type="dcterms:W3CDTF">2024-01-30T17:28:32Z</dcterms:created>
  <dcterms:modified xsi:type="dcterms:W3CDTF">2024-01-30T18:09:46Z</dcterms:modified>
</cp:coreProperties>
</file>